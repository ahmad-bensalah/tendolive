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ial" charset="1" panose="020B0604020202020204"/>
      <p:regular r:id="rId11"/>
    </p:embeddedFont>
    <p:embeddedFont>
      <p:font typeface="TT Norms Italics" charset="1" panose="02000503030000090003"/>
      <p:regular r:id="rId12"/>
    </p:embeddedFont>
    <p:embeddedFont>
      <p:font typeface="Arial Bold" charset="1" panose="020B0704020202020204"/>
      <p:regular r:id="rId13"/>
    </p:embeddedFont>
    <p:embeddedFont>
      <p:font typeface="Calibri (MS) Bold" charset="1" panose="020F0702030404030204"/>
      <p:regular r:id="rId14"/>
    </p:embeddedFont>
    <p:embeddedFont>
      <p:font typeface="TT Norms" charset="1" panose="02000503030000020003"/>
      <p:regular r:id="rId15"/>
    </p:embeddedFont>
    <p:embeddedFont>
      <p:font typeface="Canva Sans" charset="1" panose="020B0503030501040103"/>
      <p:regular r:id="rId16"/>
    </p:embeddedFont>
    <p:embeddedFont>
      <p:font typeface="TT Norms Bold" charset="1" panose="0200080303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5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22" Target="../media/image29.png" Type="http://schemas.openxmlformats.org/officeDocument/2006/relationships/image"/><Relationship Id="rId23" Target="../media/image30.svg" Type="http://schemas.openxmlformats.org/officeDocument/2006/relationships/image"/><Relationship Id="rId24" Target="../media/image31.png" Type="http://schemas.openxmlformats.org/officeDocument/2006/relationships/image"/><Relationship Id="rId25" Target="../media/image32.svg" Type="http://schemas.openxmlformats.org/officeDocument/2006/relationships/image"/><Relationship Id="rId26" Target="../media/image7.png" Type="http://schemas.openxmlformats.org/officeDocument/2006/relationships/image"/><Relationship Id="rId27" Target="../media/image33.png" Type="http://schemas.openxmlformats.org/officeDocument/2006/relationships/image"/><Relationship Id="rId28" Target="../media/image34.png" Type="http://schemas.openxmlformats.org/officeDocument/2006/relationships/image"/><Relationship Id="rId29" Target="../media/image35.png" Type="http://schemas.openxmlformats.org/officeDocument/2006/relationships/image"/><Relationship Id="rId3" Target="../media/image6.png" Type="http://schemas.openxmlformats.org/officeDocument/2006/relationships/image"/><Relationship Id="rId30" Target="../media/image36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bit.ly/olivesoft" TargetMode="External" Type="http://schemas.openxmlformats.org/officeDocument/2006/relationships/hyperlink"/><Relationship Id="rId11" Target="https://www.facebook.com/share/1DSGUggeEr/" TargetMode="External" Type="http://schemas.openxmlformats.org/officeDocument/2006/relationships/hyperlink"/><Relationship Id="rId2" Target="../media/image37.jpeg" Type="http://schemas.openxmlformats.org/officeDocument/2006/relationships/image"/><Relationship Id="rId3" Target="../media/image8.jpe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https://www.linkedin.com/company/olivesoft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cover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8720" y="5907327"/>
            <a:ext cx="107899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099">
                <a:solidFill>
                  <a:srgbClr val="5EE7AC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7280" y="822960"/>
            <a:ext cx="4023360" cy="1099718"/>
            <a:chOff x="0" y="0"/>
            <a:chExt cx="5364480" cy="1466291"/>
          </a:xfrm>
        </p:grpSpPr>
        <p:sp>
          <p:nvSpPr>
            <p:cNvPr name="Freeform 6" id="6" descr="logo_small.png"/>
            <p:cNvSpPr/>
            <p:nvPr/>
          </p:nvSpPr>
          <p:spPr>
            <a:xfrm flipH="false" flipV="false" rot="0">
              <a:off x="0" y="0"/>
              <a:ext cx="5364480" cy="1466342"/>
            </a:xfrm>
            <a:custGeom>
              <a:avLst/>
              <a:gdLst/>
              <a:ahLst/>
              <a:cxnLst/>
              <a:rect r="r" b="b" t="t" l="l"/>
              <a:pathLst>
                <a:path h="146634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66342"/>
                  </a:lnTo>
                  <a:lnTo>
                    <a:pt x="0" y="1466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968372" y="9219779"/>
            <a:ext cx="658883" cy="434679"/>
          </a:xfrm>
          <a:custGeom>
            <a:avLst/>
            <a:gdLst/>
            <a:ahLst/>
            <a:cxnLst/>
            <a:rect r="r" b="b" t="t" l="l"/>
            <a:pathLst>
              <a:path h="434679" w="658883">
                <a:moveTo>
                  <a:pt x="0" y="0"/>
                </a:moveTo>
                <a:lnTo>
                  <a:pt x="658882" y="0"/>
                </a:lnTo>
                <a:lnTo>
                  <a:pt x="658882" y="434680"/>
                </a:lnTo>
                <a:lnTo>
                  <a:pt x="0" y="434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05084" y="9221116"/>
            <a:ext cx="4277923" cy="47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i="true">
                <a:solidFill>
                  <a:srgbClr val="FFFFFF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rh@olivesoft.fr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993452" y="8789676"/>
            <a:ext cx="439255" cy="864783"/>
          </a:xfrm>
          <a:custGeom>
            <a:avLst/>
            <a:gdLst/>
            <a:ahLst/>
            <a:cxnLst/>
            <a:rect r="r" b="b" t="t" l="l"/>
            <a:pathLst>
              <a:path h="864783" w="439255">
                <a:moveTo>
                  <a:pt x="0" y="0"/>
                </a:moveTo>
                <a:lnTo>
                  <a:pt x="439255" y="0"/>
                </a:lnTo>
                <a:lnTo>
                  <a:pt x="439255" y="864783"/>
                </a:lnTo>
                <a:lnTo>
                  <a:pt x="0" y="864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8720" y="7187205"/>
            <a:ext cx="1078992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CC0DF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7280" y="3062128"/>
            <a:ext cx="12887651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Titre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493" y="-212084"/>
            <a:ext cx="18420464" cy="10711129"/>
            <a:chOff x="0" y="0"/>
            <a:chExt cx="24560619" cy="14281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60657" cy="14281531"/>
            </a:xfrm>
            <a:custGeom>
              <a:avLst/>
              <a:gdLst/>
              <a:ahLst/>
              <a:cxnLst/>
              <a:rect r="r" b="b" t="t" l="l"/>
              <a:pathLst>
                <a:path h="14281531" w="24560657">
                  <a:moveTo>
                    <a:pt x="0" y="0"/>
                  </a:moveTo>
                  <a:lnTo>
                    <a:pt x="24560657" y="0"/>
                  </a:lnTo>
                  <a:lnTo>
                    <a:pt x="24560657" y="14281531"/>
                  </a:lnTo>
                  <a:lnTo>
                    <a:pt x="0" y="1428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0958" r="0" b="-1309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"/>
            <a:ext cx="3919538" cy="6000750"/>
            <a:chOff x="0" y="0"/>
            <a:chExt cx="5226050" cy="800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26050" cy="8001000"/>
            </a:xfrm>
            <a:custGeom>
              <a:avLst/>
              <a:gdLst/>
              <a:ahLst/>
              <a:cxnLst/>
              <a:rect r="r" b="b" t="t" l="l"/>
              <a:pathLst>
                <a:path h="8001000" w="5226050">
                  <a:moveTo>
                    <a:pt x="0" y="0"/>
                  </a:moveTo>
                  <a:lnTo>
                    <a:pt x="5226050" y="0"/>
                  </a:lnTo>
                  <a:lnTo>
                    <a:pt x="522605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4484" y="436293"/>
            <a:ext cx="2324386" cy="635318"/>
            <a:chOff x="0" y="0"/>
            <a:chExt cx="3099181" cy="847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99181" cy="847090"/>
            </a:xfrm>
            <a:custGeom>
              <a:avLst/>
              <a:gdLst/>
              <a:ahLst/>
              <a:cxnLst/>
              <a:rect r="r" b="b" t="t" l="l"/>
              <a:pathLst>
                <a:path h="847090" w="3099181">
                  <a:moveTo>
                    <a:pt x="0" y="0"/>
                  </a:moveTo>
                  <a:lnTo>
                    <a:pt x="3099181" y="0"/>
                  </a:lnTo>
                  <a:lnTo>
                    <a:pt x="3099181" y="847090"/>
                  </a:lnTo>
                  <a:lnTo>
                    <a:pt x="0" y="84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" r="0" b="-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7640" y="1368809"/>
            <a:ext cx="17381487" cy="45568"/>
            <a:chOff x="0" y="0"/>
            <a:chExt cx="23175316" cy="60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75340" cy="60706"/>
            </a:xfrm>
            <a:custGeom>
              <a:avLst/>
              <a:gdLst/>
              <a:ahLst/>
              <a:cxnLst/>
              <a:rect r="r" b="b" t="t" l="l"/>
              <a:pathLst>
                <a:path h="60706" w="23175340">
                  <a:moveTo>
                    <a:pt x="0" y="0"/>
                  </a:moveTo>
                  <a:lnTo>
                    <a:pt x="23175340" y="0"/>
                  </a:lnTo>
                  <a:lnTo>
                    <a:pt x="23175340" y="60706"/>
                  </a:lnTo>
                  <a:lnTo>
                    <a:pt x="0" y="607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1878330"/>
            <a:ext cx="16093440" cy="1131570"/>
            <a:chOff x="0" y="0"/>
            <a:chExt cx="21457920" cy="150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457920" cy="153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5EE7A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Sommaire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358188"/>
            <a:ext cx="7620000" cy="1928812"/>
            <a:chOff x="0" y="0"/>
            <a:chExt cx="10160000" cy="2571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00" cy="2571750"/>
            </a:xfrm>
            <a:custGeom>
              <a:avLst/>
              <a:gdLst/>
              <a:ahLst/>
              <a:cxnLst/>
              <a:rect r="r" b="b" t="t" l="l"/>
              <a:pathLst>
                <a:path h="25717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" r="0" b="-8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77388" y="7286625"/>
            <a:ext cx="8710612" cy="3000375"/>
            <a:chOff x="0" y="0"/>
            <a:chExt cx="11614150" cy="4000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1415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614150">
                  <a:moveTo>
                    <a:pt x="0" y="0"/>
                  </a:moveTo>
                  <a:lnTo>
                    <a:pt x="11614150" y="0"/>
                  </a:lnTo>
                  <a:lnTo>
                    <a:pt x="1161415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7" t="0" r="-27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066677" y="35426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2066677" y="47999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066677" y="60572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066677" y="73145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2419683" y="3795710"/>
            <a:ext cx="1911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19683" y="5051296"/>
            <a:ext cx="1911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19683" y="6308253"/>
            <a:ext cx="19143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19683" y="7566277"/>
            <a:ext cx="1911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077739" y="35426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9077739" y="4799931"/>
            <a:ext cx="850392" cy="850392"/>
          </a:xfrm>
          <a:custGeom>
            <a:avLst/>
            <a:gdLst/>
            <a:ahLst/>
            <a:cxnLst/>
            <a:rect r="r" b="b" t="t" l="l"/>
            <a:pathLst>
              <a:path h="850392" w="850392">
                <a:moveTo>
                  <a:pt x="0" y="0"/>
                </a:moveTo>
                <a:lnTo>
                  <a:pt x="850392" y="0"/>
                </a:lnTo>
                <a:lnTo>
                  <a:pt x="850392" y="850392"/>
                </a:lnTo>
                <a:lnTo>
                  <a:pt x="0" y="850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430745" y="3793653"/>
            <a:ext cx="19143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0745" y="5051677"/>
            <a:ext cx="1911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28870" y="3722485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28870" y="5009379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28870" y="6296273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28870" y="7494385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42456" y="3722485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2456" y="4979785"/>
            <a:ext cx="3762281" cy="5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place1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559457" y="9255919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sz="31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493" y="-212084"/>
            <a:ext cx="18420464" cy="10711129"/>
            <a:chOff x="0" y="0"/>
            <a:chExt cx="24560619" cy="14281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60657" cy="14281531"/>
            </a:xfrm>
            <a:custGeom>
              <a:avLst/>
              <a:gdLst/>
              <a:ahLst/>
              <a:cxnLst/>
              <a:rect r="r" b="b" t="t" l="l"/>
              <a:pathLst>
                <a:path h="14281531" w="24560657">
                  <a:moveTo>
                    <a:pt x="0" y="0"/>
                  </a:moveTo>
                  <a:lnTo>
                    <a:pt x="24560657" y="0"/>
                  </a:lnTo>
                  <a:lnTo>
                    <a:pt x="24560657" y="14281531"/>
                  </a:lnTo>
                  <a:lnTo>
                    <a:pt x="0" y="1428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0958" r="0" b="-1309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"/>
            <a:ext cx="3919538" cy="6000750"/>
            <a:chOff x="0" y="0"/>
            <a:chExt cx="5226050" cy="800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26050" cy="8001000"/>
            </a:xfrm>
            <a:custGeom>
              <a:avLst/>
              <a:gdLst/>
              <a:ahLst/>
              <a:cxnLst/>
              <a:rect r="r" b="b" t="t" l="l"/>
              <a:pathLst>
                <a:path h="8001000" w="5226050">
                  <a:moveTo>
                    <a:pt x="0" y="0"/>
                  </a:moveTo>
                  <a:lnTo>
                    <a:pt x="5226050" y="0"/>
                  </a:lnTo>
                  <a:lnTo>
                    <a:pt x="522605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358188"/>
            <a:ext cx="7620000" cy="1928812"/>
            <a:chOff x="0" y="0"/>
            <a:chExt cx="10160000" cy="2571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2571750"/>
            </a:xfrm>
            <a:custGeom>
              <a:avLst/>
              <a:gdLst/>
              <a:ahLst/>
              <a:cxnLst/>
              <a:rect r="r" b="b" t="t" l="l"/>
              <a:pathLst>
                <a:path h="25717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" r="0" b="-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77388" y="7286625"/>
            <a:ext cx="8710612" cy="3000375"/>
            <a:chOff x="0" y="0"/>
            <a:chExt cx="11614150" cy="4000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415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614150">
                  <a:moveTo>
                    <a:pt x="0" y="0"/>
                  </a:moveTo>
                  <a:lnTo>
                    <a:pt x="11614150" y="0"/>
                  </a:lnTo>
                  <a:lnTo>
                    <a:pt x="1161415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" t="0" r="-27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57002" y="9457096"/>
            <a:ext cx="72571" cy="80505"/>
          </a:xfrm>
          <a:custGeom>
            <a:avLst/>
            <a:gdLst/>
            <a:ahLst/>
            <a:cxnLst/>
            <a:rect r="r" b="b" t="t" l="l"/>
            <a:pathLst>
              <a:path h="80505" w="72571">
                <a:moveTo>
                  <a:pt x="0" y="0"/>
                </a:moveTo>
                <a:lnTo>
                  <a:pt x="72571" y="0"/>
                </a:lnTo>
                <a:lnTo>
                  <a:pt x="72571" y="80506"/>
                </a:lnTo>
                <a:lnTo>
                  <a:pt x="0" y="80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09" r="0" b="-69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7107" y="9084793"/>
            <a:ext cx="72571" cy="80505"/>
          </a:xfrm>
          <a:custGeom>
            <a:avLst/>
            <a:gdLst/>
            <a:ahLst/>
            <a:cxnLst/>
            <a:rect r="r" b="b" t="t" l="l"/>
            <a:pathLst>
              <a:path h="80505" w="72571">
                <a:moveTo>
                  <a:pt x="0" y="0"/>
                </a:moveTo>
                <a:lnTo>
                  <a:pt x="72571" y="0"/>
                </a:lnTo>
                <a:lnTo>
                  <a:pt x="72571" y="80505"/>
                </a:lnTo>
                <a:lnTo>
                  <a:pt x="0" y="80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09" r="0" b="-69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7269" y="8712441"/>
            <a:ext cx="72561" cy="80477"/>
          </a:xfrm>
          <a:custGeom>
            <a:avLst/>
            <a:gdLst/>
            <a:ahLst/>
            <a:cxnLst/>
            <a:rect r="r" b="b" t="t" l="l"/>
            <a:pathLst>
              <a:path h="80477" w="72561">
                <a:moveTo>
                  <a:pt x="0" y="0"/>
                </a:moveTo>
                <a:lnTo>
                  <a:pt x="72561" y="0"/>
                </a:lnTo>
                <a:lnTo>
                  <a:pt x="72561" y="80477"/>
                </a:lnTo>
                <a:lnTo>
                  <a:pt x="0" y="804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21" r="0" b="-71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7345" y="8340147"/>
            <a:ext cx="72590" cy="80534"/>
          </a:xfrm>
          <a:custGeom>
            <a:avLst/>
            <a:gdLst/>
            <a:ahLst/>
            <a:cxnLst/>
            <a:rect r="r" b="b" t="t" l="l"/>
            <a:pathLst>
              <a:path h="80534" w="72590">
                <a:moveTo>
                  <a:pt x="0" y="0"/>
                </a:moveTo>
                <a:lnTo>
                  <a:pt x="72590" y="0"/>
                </a:lnTo>
                <a:lnTo>
                  <a:pt x="72590" y="80534"/>
                </a:lnTo>
                <a:lnTo>
                  <a:pt x="0" y="805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97" r="0" b="-70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2663" y="9457268"/>
            <a:ext cx="72571" cy="80505"/>
          </a:xfrm>
          <a:custGeom>
            <a:avLst/>
            <a:gdLst/>
            <a:ahLst/>
            <a:cxnLst/>
            <a:rect r="r" b="b" t="t" l="l"/>
            <a:pathLst>
              <a:path h="80505" w="72571">
                <a:moveTo>
                  <a:pt x="0" y="0"/>
                </a:moveTo>
                <a:lnTo>
                  <a:pt x="72571" y="0"/>
                </a:lnTo>
                <a:lnTo>
                  <a:pt x="72571" y="80505"/>
                </a:lnTo>
                <a:lnTo>
                  <a:pt x="0" y="80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709" r="0" b="-69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2873" y="8712632"/>
            <a:ext cx="72561" cy="80524"/>
          </a:xfrm>
          <a:custGeom>
            <a:avLst/>
            <a:gdLst/>
            <a:ahLst/>
            <a:cxnLst/>
            <a:rect r="r" b="b" t="t" l="l"/>
            <a:pathLst>
              <a:path h="80524" w="72561">
                <a:moveTo>
                  <a:pt x="0" y="0"/>
                </a:moveTo>
                <a:lnTo>
                  <a:pt x="72561" y="0"/>
                </a:lnTo>
                <a:lnTo>
                  <a:pt x="72561" y="80524"/>
                </a:lnTo>
                <a:lnTo>
                  <a:pt x="0" y="805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686" r="0" b="-68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8353" y="9085031"/>
            <a:ext cx="72571" cy="80496"/>
          </a:xfrm>
          <a:custGeom>
            <a:avLst/>
            <a:gdLst/>
            <a:ahLst/>
            <a:cxnLst/>
            <a:rect r="r" b="b" t="t" l="l"/>
            <a:pathLst>
              <a:path h="80496" w="72571">
                <a:moveTo>
                  <a:pt x="0" y="0"/>
                </a:moveTo>
                <a:lnTo>
                  <a:pt x="72571" y="0"/>
                </a:lnTo>
                <a:lnTo>
                  <a:pt x="72571" y="80495"/>
                </a:lnTo>
                <a:lnTo>
                  <a:pt x="0" y="804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709" r="0" b="-70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8543" y="8712765"/>
            <a:ext cx="72561" cy="80477"/>
          </a:xfrm>
          <a:custGeom>
            <a:avLst/>
            <a:gdLst/>
            <a:ahLst/>
            <a:cxnLst/>
            <a:rect r="r" b="b" t="t" l="l"/>
            <a:pathLst>
              <a:path h="80477" w="72561">
                <a:moveTo>
                  <a:pt x="0" y="0"/>
                </a:moveTo>
                <a:lnTo>
                  <a:pt x="72562" y="0"/>
                </a:lnTo>
                <a:lnTo>
                  <a:pt x="72562" y="80477"/>
                </a:lnTo>
                <a:lnTo>
                  <a:pt x="0" y="8047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721" r="0" b="-71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64014" y="9085212"/>
            <a:ext cx="72571" cy="80496"/>
          </a:xfrm>
          <a:custGeom>
            <a:avLst/>
            <a:gdLst/>
            <a:ahLst/>
            <a:cxnLst/>
            <a:rect r="r" b="b" t="t" l="l"/>
            <a:pathLst>
              <a:path h="80496" w="72571">
                <a:moveTo>
                  <a:pt x="0" y="0"/>
                </a:moveTo>
                <a:lnTo>
                  <a:pt x="72571" y="0"/>
                </a:lnTo>
                <a:lnTo>
                  <a:pt x="72571" y="80495"/>
                </a:lnTo>
                <a:lnTo>
                  <a:pt x="0" y="804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709" r="0" b="-70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199627" y="9085326"/>
            <a:ext cx="72552" cy="80496"/>
          </a:xfrm>
          <a:custGeom>
            <a:avLst/>
            <a:gdLst/>
            <a:ahLst/>
            <a:cxnLst/>
            <a:rect r="r" b="b" t="t" l="l"/>
            <a:pathLst>
              <a:path h="80496" w="72552">
                <a:moveTo>
                  <a:pt x="0" y="0"/>
                </a:moveTo>
                <a:lnTo>
                  <a:pt x="72552" y="0"/>
                </a:lnTo>
                <a:lnTo>
                  <a:pt x="72552" y="80496"/>
                </a:lnTo>
                <a:lnTo>
                  <a:pt x="0" y="804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698" r="0" b="-698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13299" y="7116194"/>
            <a:ext cx="4051430" cy="9525"/>
          </a:xfrm>
          <a:custGeom>
            <a:avLst/>
            <a:gdLst/>
            <a:ahLst/>
            <a:cxnLst/>
            <a:rect r="r" b="b" t="t" l="l"/>
            <a:pathLst>
              <a:path h="9525" w="4051430">
                <a:moveTo>
                  <a:pt x="0" y="0"/>
                </a:moveTo>
                <a:lnTo>
                  <a:pt x="4051430" y="0"/>
                </a:lnTo>
                <a:lnTo>
                  <a:pt x="405143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49800" r="0" b="-4990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904484" y="436293"/>
            <a:ext cx="2324386" cy="635318"/>
            <a:chOff x="0" y="0"/>
            <a:chExt cx="3099181" cy="8470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99181" cy="847090"/>
            </a:xfrm>
            <a:custGeom>
              <a:avLst/>
              <a:gdLst/>
              <a:ahLst/>
              <a:cxnLst/>
              <a:rect r="r" b="b" t="t" l="l"/>
              <a:pathLst>
                <a:path h="847090" w="3099181">
                  <a:moveTo>
                    <a:pt x="0" y="0"/>
                  </a:moveTo>
                  <a:lnTo>
                    <a:pt x="3099181" y="0"/>
                  </a:lnTo>
                  <a:lnTo>
                    <a:pt x="3099181" y="847090"/>
                  </a:lnTo>
                  <a:lnTo>
                    <a:pt x="0" y="84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52" r="0" b="-5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314468" y="4103875"/>
            <a:ext cx="1100852" cy="1199398"/>
            <a:chOff x="0" y="0"/>
            <a:chExt cx="1467802" cy="15991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7739" cy="1599184"/>
            </a:xfrm>
            <a:custGeom>
              <a:avLst/>
              <a:gdLst/>
              <a:ahLst/>
              <a:cxnLst/>
              <a:rect r="r" b="b" t="t" l="l"/>
              <a:pathLst>
                <a:path h="1599184" w="1467739">
                  <a:moveTo>
                    <a:pt x="0" y="0"/>
                  </a:moveTo>
                  <a:lnTo>
                    <a:pt x="1467739" y="0"/>
                  </a:lnTo>
                  <a:lnTo>
                    <a:pt x="1467739" y="1599184"/>
                  </a:lnTo>
                  <a:lnTo>
                    <a:pt x="0" y="159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4385" r="-4" b="-1438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97640" y="1368809"/>
            <a:ext cx="17381487" cy="45568"/>
            <a:chOff x="0" y="0"/>
            <a:chExt cx="23175316" cy="607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75340" cy="60706"/>
            </a:xfrm>
            <a:custGeom>
              <a:avLst/>
              <a:gdLst/>
              <a:ahLst/>
              <a:cxnLst/>
              <a:rect r="r" b="b" t="t" l="l"/>
              <a:pathLst>
                <a:path h="60706" w="23175340">
                  <a:moveTo>
                    <a:pt x="0" y="0"/>
                  </a:moveTo>
                  <a:lnTo>
                    <a:pt x="23175340" y="0"/>
                  </a:lnTo>
                  <a:lnTo>
                    <a:pt x="23175340" y="60706"/>
                  </a:lnTo>
                  <a:lnTo>
                    <a:pt x="0" y="607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681004" y="8405217"/>
            <a:ext cx="965454" cy="1051879"/>
            <a:chOff x="0" y="0"/>
            <a:chExt cx="1467802" cy="15991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7739" cy="1599184"/>
            </a:xfrm>
            <a:custGeom>
              <a:avLst/>
              <a:gdLst/>
              <a:ahLst/>
              <a:cxnLst/>
              <a:rect r="r" b="b" t="t" l="l"/>
              <a:pathLst>
                <a:path h="1599184" w="1467739">
                  <a:moveTo>
                    <a:pt x="0" y="0"/>
                  </a:moveTo>
                  <a:lnTo>
                    <a:pt x="1467739" y="0"/>
                  </a:lnTo>
                  <a:lnTo>
                    <a:pt x="1467739" y="1599184"/>
                  </a:lnTo>
                  <a:lnTo>
                    <a:pt x="0" y="159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15660" r="-4" b="-1566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943178" y="7588050"/>
            <a:ext cx="3742293" cy="101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61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Croissance annuelle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412490" y="7322337"/>
            <a:ext cx="1536697" cy="1511303"/>
            <a:chOff x="0" y="0"/>
            <a:chExt cx="2048929" cy="2015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8891" cy="2015109"/>
            </a:xfrm>
            <a:custGeom>
              <a:avLst/>
              <a:gdLst/>
              <a:ahLst/>
              <a:cxnLst/>
              <a:rect r="r" b="b" t="t" l="l"/>
              <a:pathLst>
                <a:path h="2015109" w="2048891">
                  <a:moveTo>
                    <a:pt x="0" y="0"/>
                  </a:moveTo>
                  <a:lnTo>
                    <a:pt x="2048891" y="0"/>
                  </a:lnTo>
                  <a:lnTo>
                    <a:pt x="2048891" y="2015109"/>
                  </a:lnTo>
                  <a:lnTo>
                    <a:pt x="0" y="201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-1" b="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71370" y="2247013"/>
            <a:ext cx="16216292" cy="105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sz="2313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OliveSoft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est spécialisée dans l’intégrat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on d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 d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onné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e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 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t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sformation digitale, elle offre des solutions percutantes qui génèrent des résultats à l’échelle de toute l’organisation. Depuis 2018, nous accompagnons essentiellement des acteurs du </a:t>
            </a:r>
            <a:r>
              <a:rPr lang="en-US" sz="2313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Retail &amp; Luxe</a:t>
            </a:r>
            <a:r>
              <a:rPr lang="en-US" sz="231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à optimiser leur process data via une approche centrée sur l’innovation.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87396" y="3958458"/>
            <a:ext cx="3528575" cy="69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3"/>
              </a:lnSpc>
            </a:pPr>
            <a:r>
              <a:rPr lang="en-US" sz="5143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 </a:t>
            </a:r>
            <a:r>
              <a:rPr lang="en-US" sz="5143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chiffres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55684" y="5260676"/>
            <a:ext cx="3762281" cy="1047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08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Clients partenaires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53757" y="5241981"/>
            <a:ext cx="2292232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</a:pPr>
            <a:r>
              <a:rPr lang="en-US" sz="9085" b="true">
                <a:gradFill>
                  <a:gsLst>
                    <a:gs pos="0">
                      <a:srgbClr val="29F79A">
                        <a:alpha val="100000"/>
                      </a:srgbClr>
                    </a:gs>
                    <a:gs pos="100000">
                      <a:srgbClr val="0CC0DF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230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68351" y="5204966"/>
            <a:ext cx="3301466" cy="101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61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Projets</a:t>
            </a:r>
          </a:p>
          <a:p>
            <a:pPr algn="l">
              <a:lnSpc>
                <a:spcPts val="3977"/>
              </a:lnSpc>
            </a:pPr>
            <a:r>
              <a:rPr lang="en-US" sz="361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déployés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98858" y="7562112"/>
            <a:ext cx="2084065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</a:pPr>
            <a:r>
              <a:rPr lang="en-US" sz="9085" b="true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151A43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70+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30579" y="7623288"/>
            <a:ext cx="2899676" cy="101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3619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Experts en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55488" y="7562112"/>
            <a:ext cx="3087690" cy="120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5"/>
              </a:lnSpc>
            </a:pPr>
            <a:r>
              <a:rPr lang="en-US" sz="9085" b="true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100%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724050" y="5002207"/>
            <a:ext cx="4170623" cy="1511303"/>
            <a:chOff x="0" y="0"/>
            <a:chExt cx="5560830" cy="201507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122204" cy="2015071"/>
              <a:chOff x="0" y="0"/>
              <a:chExt cx="4122204" cy="20150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122242" cy="2015109"/>
              </a:xfrm>
              <a:custGeom>
                <a:avLst/>
                <a:gdLst/>
                <a:ahLst/>
                <a:cxnLst/>
                <a:rect r="r" b="b" t="t" l="l"/>
                <a:pathLst>
                  <a:path h="2015109" w="4122242">
                    <a:moveTo>
                      <a:pt x="0" y="0"/>
                    </a:moveTo>
                    <a:lnTo>
                      <a:pt x="4122242" y="0"/>
                    </a:lnTo>
                    <a:lnTo>
                      <a:pt x="4122242" y="2015109"/>
                    </a:lnTo>
                    <a:lnTo>
                      <a:pt x="0" y="20151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 l="0" t="-2996" r="0" b="-1483"/>
                </a:stretch>
              </a:blip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2431654" y="262549"/>
              <a:ext cx="3129176" cy="1661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85"/>
                </a:lnSpc>
              </a:pPr>
              <a:r>
                <a:rPr lang="en-US" sz="9085" b="true">
                  <a:gradFill>
                    <a:gsLst>
                      <a:gs pos="0">
                        <a:srgbClr val="CC95A2">
                          <a:alpha val="100000"/>
                        </a:srgbClr>
                      </a:gs>
                      <a:gs pos="33333">
                        <a:srgbClr val="CC95A2">
                          <a:alpha val="100000"/>
                        </a:srgbClr>
                      </a:gs>
                      <a:gs pos="66667">
                        <a:srgbClr val="412085">
                          <a:alpha val="100000"/>
                        </a:srgbClr>
                      </a:gs>
                      <a:gs pos="100000">
                        <a:srgbClr val="412085">
                          <a:alpha val="100000"/>
                        </a:srgbClr>
                      </a:gs>
                    </a:gsLst>
                    <a:lin ang="0"/>
                  </a:gradFill>
                  <a:latin typeface="TT Norms Bold"/>
                  <a:ea typeface="TT Norms Bold"/>
                  <a:cs typeface="TT Norms Bold"/>
                  <a:sym typeface="TT Norms Bold"/>
                </a:rPr>
                <a:t>30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559457" y="9255919"/>
            <a:ext cx="219673" cy="54191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sz="31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493" y="-212084"/>
            <a:ext cx="18420464" cy="10711129"/>
            <a:chOff x="0" y="0"/>
            <a:chExt cx="24560619" cy="14281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60657" cy="14281531"/>
            </a:xfrm>
            <a:custGeom>
              <a:avLst/>
              <a:gdLst/>
              <a:ahLst/>
              <a:cxnLst/>
              <a:rect r="r" b="b" t="t" l="l"/>
              <a:pathLst>
                <a:path h="14281531" w="24560657">
                  <a:moveTo>
                    <a:pt x="0" y="0"/>
                  </a:moveTo>
                  <a:lnTo>
                    <a:pt x="24560657" y="0"/>
                  </a:lnTo>
                  <a:lnTo>
                    <a:pt x="24560657" y="14281531"/>
                  </a:lnTo>
                  <a:lnTo>
                    <a:pt x="0" y="14281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0958" r="0" b="-1309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2"/>
            <a:ext cx="3919538" cy="6000750"/>
            <a:chOff x="0" y="0"/>
            <a:chExt cx="5226050" cy="800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26050" cy="8001000"/>
            </a:xfrm>
            <a:custGeom>
              <a:avLst/>
              <a:gdLst/>
              <a:ahLst/>
              <a:cxnLst/>
              <a:rect r="r" b="b" t="t" l="l"/>
              <a:pathLst>
                <a:path h="8001000" w="5226050">
                  <a:moveTo>
                    <a:pt x="0" y="0"/>
                  </a:moveTo>
                  <a:lnTo>
                    <a:pt x="5226050" y="0"/>
                  </a:lnTo>
                  <a:lnTo>
                    <a:pt x="522605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" t="0" r="-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4484" y="436293"/>
            <a:ext cx="2324386" cy="635318"/>
            <a:chOff x="0" y="0"/>
            <a:chExt cx="3099181" cy="847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99181" cy="847090"/>
            </a:xfrm>
            <a:custGeom>
              <a:avLst/>
              <a:gdLst/>
              <a:ahLst/>
              <a:cxnLst/>
              <a:rect r="r" b="b" t="t" l="l"/>
              <a:pathLst>
                <a:path h="847090" w="3099181">
                  <a:moveTo>
                    <a:pt x="0" y="0"/>
                  </a:moveTo>
                  <a:lnTo>
                    <a:pt x="3099181" y="0"/>
                  </a:lnTo>
                  <a:lnTo>
                    <a:pt x="3099181" y="847090"/>
                  </a:lnTo>
                  <a:lnTo>
                    <a:pt x="0" y="847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" r="0" b="-5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7640" y="1368809"/>
            <a:ext cx="17381487" cy="45568"/>
            <a:chOff x="0" y="0"/>
            <a:chExt cx="23175316" cy="60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75340" cy="60706"/>
            </a:xfrm>
            <a:custGeom>
              <a:avLst/>
              <a:gdLst/>
              <a:ahLst/>
              <a:cxnLst/>
              <a:rect r="r" b="b" t="t" l="l"/>
              <a:pathLst>
                <a:path h="60706" w="23175340">
                  <a:moveTo>
                    <a:pt x="0" y="0"/>
                  </a:moveTo>
                  <a:lnTo>
                    <a:pt x="23175340" y="0"/>
                  </a:lnTo>
                  <a:lnTo>
                    <a:pt x="23175340" y="60706"/>
                  </a:lnTo>
                  <a:lnTo>
                    <a:pt x="0" y="60706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1878330"/>
            <a:ext cx="16093440" cy="1131570"/>
            <a:chOff x="0" y="0"/>
            <a:chExt cx="21457920" cy="150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1508760"/>
            </a:xfrm>
            <a:custGeom>
              <a:avLst/>
              <a:gdLst/>
              <a:ahLst/>
              <a:cxnLst/>
              <a:rect r="r" b="b" t="t" l="l"/>
              <a:pathLst>
                <a:path h="15087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08760"/>
                  </a:lnTo>
                  <a:lnTo>
                    <a:pt x="0" y="1508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7120" r="0" b="-2271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1457920" cy="153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Titre de la diapositive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32036" y="2941991"/>
            <a:ext cx="15910560" cy="651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Contenu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8358188"/>
            <a:ext cx="7620000" cy="1928812"/>
            <a:chOff x="0" y="0"/>
            <a:chExt cx="10160000" cy="2571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60000" cy="2571750"/>
            </a:xfrm>
            <a:custGeom>
              <a:avLst/>
              <a:gdLst/>
              <a:ahLst/>
              <a:cxnLst/>
              <a:rect r="r" b="b" t="t" l="l"/>
              <a:pathLst>
                <a:path h="257175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8" r="0" b="-8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77388" y="7286625"/>
            <a:ext cx="8710612" cy="3000375"/>
            <a:chOff x="0" y="0"/>
            <a:chExt cx="11614150" cy="400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14150" cy="4000500"/>
            </a:xfrm>
            <a:custGeom>
              <a:avLst/>
              <a:gdLst/>
              <a:ahLst/>
              <a:cxnLst/>
              <a:rect r="r" b="b" t="t" l="l"/>
              <a:pathLst>
                <a:path h="4000500" w="11614150">
                  <a:moveTo>
                    <a:pt x="0" y="0"/>
                  </a:moveTo>
                  <a:lnTo>
                    <a:pt x="11614150" y="0"/>
                  </a:lnTo>
                  <a:lnTo>
                    <a:pt x="1161415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7" t="0" r="-2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559457" y="9255919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sz="31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57175"/>
            <a:ext cx="18288000" cy="10287000"/>
            <a:chOff x="0" y="0"/>
            <a:chExt cx="24384000" cy="13716000"/>
          </a:xfrm>
        </p:grpSpPr>
        <p:sp>
          <p:nvSpPr>
            <p:cNvPr name="Freeform 3" id="3" descr="end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1586467"/>
            <a:ext cx="14630400" cy="2571750"/>
            <a:chOff x="0" y="0"/>
            <a:chExt cx="19507200" cy="342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48" r="0" b="-608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07200" cy="346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9"/>
                </a:lnSpc>
              </a:pPr>
              <a:r>
                <a:rPr lang="en-US" b="true" sz="11999" spc="167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Merci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02220" y="3160502"/>
            <a:ext cx="14630400" cy="2571750"/>
            <a:chOff x="0" y="0"/>
            <a:chExt cx="19507200" cy="342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48" r="0" b="-608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507200" cy="346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spc="688">
                  <a:solidFill>
                    <a:srgbClr val="5CE6DA"/>
                  </a:solidFill>
                  <a:latin typeface="Arial"/>
                  <a:ea typeface="Arial"/>
                  <a:cs typeface="Arial"/>
                  <a:sym typeface="Arial"/>
                </a:rPr>
                <a:t>Pour plus de détails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703111" y="5309530"/>
            <a:ext cx="540824" cy="504448"/>
          </a:xfrm>
          <a:custGeom>
            <a:avLst/>
            <a:gdLst/>
            <a:ahLst/>
            <a:cxnLst/>
            <a:rect r="r" b="b" t="t" l="l"/>
            <a:pathLst>
              <a:path h="504448" w="540824">
                <a:moveTo>
                  <a:pt x="0" y="0"/>
                </a:moveTo>
                <a:lnTo>
                  <a:pt x="540824" y="0"/>
                </a:lnTo>
                <a:lnTo>
                  <a:pt x="540824" y="504449"/>
                </a:lnTo>
                <a:lnTo>
                  <a:pt x="0" y="50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691" t="0" r="-2069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82236" y="5332202"/>
            <a:ext cx="4192343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 i="true">
                <a:solidFill>
                  <a:srgbClr val="FFFFFF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rh@olivesoft.fr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366122" y="6501127"/>
            <a:ext cx="1498597" cy="1498597"/>
          </a:xfrm>
          <a:custGeom>
            <a:avLst/>
            <a:gdLst/>
            <a:ahLst/>
            <a:cxnLst/>
            <a:rect r="r" b="b" t="t" l="l"/>
            <a:pathLst>
              <a:path h="1498597" w="1498597">
                <a:moveTo>
                  <a:pt x="0" y="0"/>
                </a:moveTo>
                <a:lnTo>
                  <a:pt x="1498597" y="0"/>
                </a:lnTo>
                <a:lnTo>
                  <a:pt x="1498597" y="1498597"/>
                </a:lnTo>
                <a:lnTo>
                  <a:pt x="0" y="1498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22753" y="6555610"/>
            <a:ext cx="1371600" cy="1397889"/>
            <a:chOff x="0" y="0"/>
            <a:chExt cx="1828800" cy="1863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63852"/>
            </a:xfrm>
            <a:custGeom>
              <a:avLst/>
              <a:gdLst/>
              <a:ahLst/>
              <a:cxnLst/>
              <a:rect r="r" b="b" t="t" l="l"/>
              <a:pathLst>
                <a:path h="1863852" w="1828800">
                  <a:moveTo>
                    <a:pt x="436753" y="0"/>
                  </a:moveTo>
                  <a:cubicBezTo>
                    <a:pt x="195580" y="0"/>
                    <a:pt x="0" y="195580"/>
                    <a:pt x="0" y="436753"/>
                  </a:cubicBezTo>
                  <a:lnTo>
                    <a:pt x="0" y="1427353"/>
                  </a:lnTo>
                  <a:cubicBezTo>
                    <a:pt x="0" y="1668526"/>
                    <a:pt x="195580" y="1863852"/>
                    <a:pt x="436753" y="1863852"/>
                  </a:cubicBezTo>
                  <a:lnTo>
                    <a:pt x="1392301" y="1863852"/>
                  </a:lnTo>
                  <a:cubicBezTo>
                    <a:pt x="1633474" y="1863852"/>
                    <a:pt x="1828800" y="1668399"/>
                    <a:pt x="1828800" y="1427353"/>
                  </a:cubicBezTo>
                  <a:lnTo>
                    <a:pt x="1828800" y="436753"/>
                  </a:lnTo>
                  <a:cubicBezTo>
                    <a:pt x="1828800" y="195580"/>
                    <a:pt x="1633347" y="0"/>
                    <a:pt x="1392301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552437" y="6581899"/>
            <a:ext cx="1371600" cy="1371600"/>
            <a:chOff x="0" y="0"/>
            <a:chExt cx="182880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52437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b="true" sz="2329" u="sng">
                <a:solidFill>
                  <a:srgbClr val="5CE6DA"/>
                </a:solidFill>
                <a:latin typeface="Arial Bold"/>
                <a:ea typeface="Arial Bold"/>
                <a:cs typeface="Arial Bold"/>
                <a:sym typeface="Arial Bold"/>
                <a:hlinkClick r:id="rId9" tooltip="https://www.linkedin.com/company/olivesoft/"/>
              </a:rPr>
              <a:t>OliveSoft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41085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29" u="sng">
                <a:solidFill>
                  <a:srgbClr val="5CE6DA"/>
                </a:solidFill>
                <a:latin typeface="Arial"/>
                <a:ea typeface="Arial"/>
                <a:cs typeface="Arial"/>
                <a:sym typeface="Arial"/>
                <a:hlinkClick r:id="rId10" tooltip="https://bit.ly/olivesoft"/>
              </a:rPr>
              <a:t>olivesoft.fr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45682" y="7980674"/>
            <a:ext cx="1348671" cy="4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329" u="sng">
                <a:solidFill>
                  <a:srgbClr val="5CE6DA"/>
                </a:solidFill>
                <a:latin typeface="Arial"/>
                <a:ea typeface="Arial"/>
                <a:cs typeface="Arial"/>
                <a:sym typeface="Arial"/>
                <a:hlinkClick r:id="rId11" tooltip="https://www.facebook.com/share/1DSGUggeEr/"/>
              </a:rPr>
              <a:t>OliveSoft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DAHYhqsC0Og</dc:identifier>
  <dcterms:modified xsi:type="dcterms:W3CDTF">2011-08-01T06:04:30Z</dcterms:modified>
  <cp:revision>1</cp:revision>
  <dc:title>template 2</dc:title>
</cp:coreProperties>
</file>