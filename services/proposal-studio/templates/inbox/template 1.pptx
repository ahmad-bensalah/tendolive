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Calibri (MS) Bold" charset="1" panose="020F0702030404030204"/>
      <p:regular r:id="rId11"/>
    </p:embeddedFont>
    <p:embeddedFont>
      <p:font typeface="Calibri (MS)" charset="1" panose="020F0502020204030204"/>
      <p:regular r:id="rId12"/>
    </p:embeddedFont>
    <p:embeddedFont>
      <p:font typeface="Arial Bold" charset="1" panose="020B0704020202020204"/>
      <p:regular r:id="rId13"/>
    </p:embeddedFont>
    <p:embeddedFont>
      <p:font typeface="Arial" charset="1" panose="020B0604020202020204"/>
      <p:regular r:id="rId14"/>
    </p:embeddedFont>
    <p:embeddedFont>
      <p:font typeface="TT Norms" charset="1" panose="02000503030000020003"/>
      <p:regular r:id="rId15"/>
    </p:embeddedFont>
    <p:embeddedFont>
      <p:font typeface="TT Norms Bold" charset="1" panose="02000803030000020004"/>
      <p:regular r:id="rId16"/>
    </p:embeddedFont>
    <p:embeddedFont>
      <p:font typeface="TT Norms Italics" charset="1" panose="020005030300000900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https://www.linkedin.com/company/olivesoft/" TargetMode="External" Type="http://schemas.openxmlformats.org/officeDocument/2006/relationships/hyperlink"/><Relationship Id="rId15" Target="https://bit.ly/olivesoft" TargetMode="External" Type="http://schemas.openxmlformats.org/officeDocument/2006/relationships/hyperlink"/><Relationship Id="rId16" Target="https://www.facebook.com/share/1DSGUggeEr/" TargetMode="External" Type="http://schemas.openxmlformats.org/officeDocument/2006/relationships/hyperlink"/><Relationship Id="rId2" Target="../media/image3.png" Type="http://schemas.openxmlformats.org/officeDocument/2006/relationships/image"/><Relationship Id="rId3" Target="../media/image2.png" Type="http://schemas.openxmlformats.org/officeDocument/2006/relationships/image"/><Relationship Id="rId4" Target="../media/image7.jpe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3" y="0"/>
            <a:ext cx="18288095" cy="10287000"/>
            <a:chOff x="0" y="0"/>
            <a:chExt cx="24384127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127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127">
                  <a:moveTo>
                    <a:pt x="0" y="0"/>
                  </a:moveTo>
                  <a:lnTo>
                    <a:pt x="24384127" y="0"/>
                  </a:lnTo>
                  <a:lnTo>
                    <a:pt x="24384127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2545" y="5958135"/>
            <a:ext cx="2057410" cy="48006"/>
            <a:chOff x="0" y="0"/>
            <a:chExt cx="2743213" cy="640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43200" cy="64008"/>
            </a:xfrm>
            <a:custGeom>
              <a:avLst/>
              <a:gdLst/>
              <a:ahLst/>
              <a:cxnLst/>
              <a:rect r="r" b="b" t="t" l="l"/>
              <a:pathLst>
                <a:path h="6400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00DDD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5113" y="758952"/>
            <a:ext cx="3429019" cy="932688"/>
            <a:chOff x="0" y="0"/>
            <a:chExt cx="4572025" cy="1243584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45720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243584"/>
                  </a:lnTo>
                  <a:lnTo>
                    <a:pt x="0" y="1243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5" t="0" r="-155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25113" y="3079952"/>
            <a:ext cx="1142585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10B4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Titre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2545" y="5303612"/>
            <a:ext cx="68794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2273F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Client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2545" y="6723664"/>
            <a:ext cx="593967" cy="41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2"/>
              </a:lnSpc>
            </a:pPr>
            <a:r>
              <a:rPr lang="en-US" sz="2427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3" y="0"/>
            <a:ext cx="18288095" cy="10287000"/>
            <a:chOff x="0" y="0"/>
            <a:chExt cx="24384127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127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127">
                  <a:moveTo>
                    <a:pt x="0" y="0"/>
                  </a:moveTo>
                  <a:lnTo>
                    <a:pt x="24384127" y="0"/>
                  </a:lnTo>
                  <a:lnTo>
                    <a:pt x="24384127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322702" y="2514600"/>
            <a:ext cx="850392" cy="850392"/>
          </a:xfrm>
          <a:custGeom>
            <a:avLst/>
            <a:gdLst/>
            <a:ahLst/>
            <a:cxnLst/>
            <a:rect r="r" b="b" t="t" l="l"/>
            <a:pathLst>
              <a:path h="850392" w="850392">
                <a:moveTo>
                  <a:pt x="0" y="0"/>
                </a:moveTo>
                <a:lnTo>
                  <a:pt x="850392" y="0"/>
                </a:lnTo>
                <a:lnTo>
                  <a:pt x="850392" y="850392"/>
                </a:lnTo>
                <a:lnTo>
                  <a:pt x="0" y="850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22702" y="3771900"/>
            <a:ext cx="850392" cy="850392"/>
          </a:xfrm>
          <a:custGeom>
            <a:avLst/>
            <a:gdLst/>
            <a:ahLst/>
            <a:cxnLst/>
            <a:rect r="r" b="b" t="t" l="l"/>
            <a:pathLst>
              <a:path h="850392" w="850392">
                <a:moveTo>
                  <a:pt x="0" y="0"/>
                </a:moveTo>
                <a:lnTo>
                  <a:pt x="850392" y="0"/>
                </a:lnTo>
                <a:lnTo>
                  <a:pt x="850392" y="850392"/>
                </a:lnTo>
                <a:lnTo>
                  <a:pt x="0" y="850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22702" y="5029200"/>
            <a:ext cx="850392" cy="850392"/>
          </a:xfrm>
          <a:custGeom>
            <a:avLst/>
            <a:gdLst/>
            <a:ahLst/>
            <a:cxnLst/>
            <a:rect r="r" b="b" t="t" l="l"/>
            <a:pathLst>
              <a:path h="850392" w="850392">
                <a:moveTo>
                  <a:pt x="0" y="0"/>
                </a:moveTo>
                <a:lnTo>
                  <a:pt x="850392" y="0"/>
                </a:lnTo>
                <a:lnTo>
                  <a:pt x="850392" y="850392"/>
                </a:lnTo>
                <a:lnTo>
                  <a:pt x="0" y="850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322702" y="6286500"/>
            <a:ext cx="850392" cy="850392"/>
          </a:xfrm>
          <a:custGeom>
            <a:avLst/>
            <a:gdLst/>
            <a:ahLst/>
            <a:cxnLst/>
            <a:rect r="r" b="b" t="t" l="l"/>
            <a:pathLst>
              <a:path h="850392" w="850392">
                <a:moveTo>
                  <a:pt x="0" y="0"/>
                </a:moveTo>
                <a:lnTo>
                  <a:pt x="850392" y="0"/>
                </a:lnTo>
                <a:lnTo>
                  <a:pt x="850392" y="850392"/>
                </a:lnTo>
                <a:lnTo>
                  <a:pt x="0" y="850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322702" y="7543800"/>
            <a:ext cx="850392" cy="850392"/>
          </a:xfrm>
          <a:custGeom>
            <a:avLst/>
            <a:gdLst/>
            <a:ahLst/>
            <a:cxnLst/>
            <a:rect r="r" b="b" t="t" l="l"/>
            <a:pathLst>
              <a:path h="850392" w="850392">
                <a:moveTo>
                  <a:pt x="0" y="0"/>
                </a:moveTo>
                <a:lnTo>
                  <a:pt x="850392" y="0"/>
                </a:lnTo>
                <a:lnTo>
                  <a:pt x="850392" y="850392"/>
                </a:lnTo>
                <a:lnTo>
                  <a:pt x="0" y="850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286650" y="9523743"/>
            <a:ext cx="1719082" cy="466344"/>
            <a:chOff x="0" y="0"/>
            <a:chExt cx="2292109" cy="621792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2292096" cy="621792"/>
            </a:xfrm>
            <a:custGeom>
              <a:avLst/>
              <a:gdLst/>
              <a:ahLst/>
              <a:cxnLst/>
              <a:rect r="r" b="b" t="t" l="l"/>
              <a:pathLst>
                <a:path h="621792" w="2292096">
                  <a:moveTo>
                    <a:pt x="0" y="0"/>
                  </a:moveTo>
                  <a:lnTo>
                    <a:pt x="2292096" y="0"/>
                  </a:lnTo>
                  <a:lnTo>
                    <a:pt x="2292096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10" r="0" b="-208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574566" y="1124007"/>
            <a:ext cx="31432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trike="noStrike" u="none">
                <a:solidFill>
                  <a:srgbClr val="010B49"/>
                </a:solidFill>
                <a:latin typeface="Arial Bold"/>
                <a:ea typeface="Arial Bold"/>
                <a:cs typeface="Arial Bold"/>
                <a:sym typeface="Arial Bold"/>
              </a:rPr>
              <a:t>SOMMAIRE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75708" y="2767679"/>
            <a:ext cx="191186" cy="34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57533" y="2781357"/>
            <a:ext cx="7214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4545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place1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75708" y="4023265"/>
            <a:ext cx="191186" cy="34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57533" y="4036371"/>
            <a:ext cx="7214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4545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place1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75708" y="5280222"/>
            <a:ext cx="191433" cy="342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57533" y="5294052"/>
            <a:ext cx="7214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4545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place1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75708" y="6538246"/>
            <a:ext cx="191186" cy="34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557533" y="6551352"/>
            <a:ext cx="7214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4545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place1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57533" y="7809224"/>
            <a:ext cx="7214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54545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place1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75708" y="7795203"/>
            <a:ext cx="191433" cy="342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607884" y="9457068"/>
            <a:ext cx="241034" cy="6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3"/>
              </a:lnSpc>
            </a:pPr>
            <a:r>
              <a:rPr lang="en-US" sz="3744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3" y="0"/>
            <a:ext cx="18288095" cy="10287000"/>
            <a:chOff x="0" y="0"/>
            <a:chExt cx="24384127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127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127">
                  <a:moveTo>
                    <a:pt x="0" y="0"/>
                  </a:moveTo>
                  <a:lnTo>
                    <a:pt x="24384127" y="0"/>
                  </a:lnTo>
                  <a:lnTo>
                    <a:pt x="24384127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86650" y="9523743"/>
            <a:ext cx="1719082" cy="466344"/>
            <a:chOff x="0" y="0"/>
            <a:chExt cx="2292109" cy="621792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92096" cy="621792"/>
            </a:xfrm>
            <a:custGeom>
              <a:avLst/>
              <a:gdLst/>
              <a:ahLst/>
              <a:cxnLst/>
              <a:rect r="r" b="b" t="t" l="l"/>
              <a:pathLst>
                <a:path h="621792" w="2292096">
                  <a:moveTo>
                    <a:pt x="0" y="0"/>
                  </a:moveTo>
                  <a:lnTo>
                    <a:pt x="2292096" y="0"/>
                  </a:lnTo>
                  <a:lnTo>
                    <a:pt x="2292096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10" r="0" b="-208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7607884" y="9457068"/>
            <a:ext cx="241034" cy="6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3"/>
              </a:lnSpc>
            </a:pPr>
            <a:r>
              <a:rPr lang="en-US" sz="3744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95578" y="7579206"/>
            <a:ext cx="3742293" cy="100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61"/>
              </a:lnSpc>
              <a:spcBef>
                <a:spcPct val="0"/>
              </a:spcBef>
            </a:pPr>
            <a:r>
              <a:rPr lang="en-US" sz="3513" strike="noStrike" u="non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Croissance annuelle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7109" y="1850675"/>
            <a:ext cx="17371809" cy="162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3"/>
              </a:lnSpc>
            </a:pPr>
            <a:r>
              <a:rPr lang="en-US" b="true" sz="2513">
                <a:solidFill>
                  <a:srgbClr val="545454"/>
                </a:solidFill>
                <a:latin typeface="Arial Bold"/>
                <a:ea typeface="Arial Bold"/>
                <a:cs typeface="Arial Bold"/>
                <a:sym typeface="Arial Bold"/>
              </a:rPr>
              <a:t>OliveSoft</a:t>
            </a:r>
            <a:r>
              <a:rPr lang="en-US" sz="2513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 est spécialisée dans l’intégration de données et la transformation digitale, elle offre des solutions percutantes</a:t>
            </a:r>
          </a:p>
          <a:p>
            <a:pPr algn="ctr">
              <a:lnSpc>
                <a:spcPts val="4373"/>
              </a:lnSpc>
            </a:pPr>
            <a:r>
              <a:rPr lang="en-US" sz="2513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qui génèrent des résultats à l’échelle de toute l’organisation. Depuis 2018, nous accompagnons essentiellement des acteurs du </a:t>
            </a:r>
            <a:r>
              <a:rPr lang="en-US" b="true" sz="2513">
                <a:solidFill>
                  <a:srgbClr val="545454"/>
                </a:solidFill>
                <a:latin typeface="Arial Bold"/>
                <a:ea typeface="Arial Bold"/>
                <a:cs typeface="Arial Bold"/>
                <a:sym typeface="Arial Bold"/>
              </a:rPr>
              <a:t>Retail &amp; Luxe</a:t>
            </a:r>
            <a:r>
              <a:rPr lang="en-US" sz="2513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 à optimiser leur process data via une approche centrée sur l’innovation.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87396" y="3958458"/>
            <a:ext cx="3528575" cy="692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3"/>
              </a:lnSpc>
            </a:pPr>
            <a:r>
              <a:rPr lang="en-US" sz="5143">
                <a:solidFill>
                  <a:srgbClr val="6B7280"/>
                </a:solidFill>
                <a:latin typeface="TT Norms"/>
                <a:ea typeface="TT Norms"/>
                <a:cs typeface="TT Norms"/>
                <a:sym typeface="TT Norms"/>
              </a:rPr>
              <a:t>En </a:t>
            </a:r>
            <a:r>
              <a:rPr lang="en-US" b="true" sz="5143">
                <a:solidFill>
                  <a:srgbClr val="6B7280"/>
                </a:solidFill>
                <a:latin typeface="TT Norms Bold"/>
                <a:ea typeface="TT Norms Bold"/>
                <a:cs typeface="TT Norms Bold"/>
                <a:sym typeface="TT Norms Bold"/>
              </a:rPr>
              <a:t>chiffres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30579" y="5215854"/>
            <a:ext cx="3071537" cy="100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61"/>
              </a:lnSpc>
              <a:spcBef>
                <a:spcPct val="0"/>
              </a:spcBef>
            </a:pPr>
            <a:r>
              <a:rPr lang="en-US" sz="3513" strike="noStrike" u="non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Clients partenaires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53757" y="5241981"/>
            <a:ext cx="2292232" cy="1203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85"/>
              </a:lnSpc>
            </a:pPr>
            <a:r>
              <a:rPr lang="en-US" sz="9085" b="true">
                <a:gradFill>
                  <a:gsLst>
                    <a:gs pos="0">
                      <a:srgbClr val="29F79A">
                        <a:alpha val="100000"/>
                      </a:srgbClr>
                    </a:gs>
                    <a:gs pos="100000">
                      <a:srgbClr val="0CC0DF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230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43178" y="5153025"/>
            <a:ext cx="3301466" cy="100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61"/>
              </a:lnSpc>
              <a:spcBef>
                <a:spcPct val="0"/>
              </a:spcBef>
            </a:pPr>
            <a:r>
              <a:rPr lang="en-US" sz="3513" strike="noStrike" u="non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Projets</a:t>
            </a:r>
          </a:p>
          <a:p>
            <a:pPr algn="l" marL="0" indent="0" lvl="0">
              <a:lnSpc>
                <a:spcPts val="3861"/>
              </a:lnSpc>
              <a:spcBef>
                <a:spcPct val="0"/>
              </a:spcBef>
            </a:pPr>
            <a:r>
              <a:rPr lang="en-US" sz="3513" strike="noStrike" u="non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déployés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98858" y="7562112"/>
            <a:ext cx="2084065" cy="1203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85"/>
              </a:lnSpc>
              <a:spcBef>
                <a:spcPct val="0"/>
              </a:spcBef>
            </a:pPr>
            <a:r>
              <a:rPr lang="en-US" b="true" sz="9085" strike="noStrike" u="none">
                <a:gradFill>
                  <a:gsLst>
                    <a:gs pos="0">
                      <a:srgbClr val="29F79A">
                        <a:alpha val="100000"/>
                      </a:srgbClr>
                    </a:gs>
                    <a:gs pos="100000">
                      <a:srgbClr val="0CC0DF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70+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30579" y="7594713"/>
            <a:ext cx="2852661" cy="100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61"/>
              </a:lnSpc>
              <a:spcBef>
                <a:spcPct val="0"/>
              </a:spcBef>
            </a:pPr>
            <a:r>
              <a:rPr lang="en-US" sz="3513" strike="noStrike" u="non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Experts en data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55488" y="7562112"/>
            <a:ext cx="3087690" cy="1203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85"/>
              </a:lnSpc>
            </a:pPr>
            <a:r>
              <a:rPr lang="en-US" sz="9085" b="true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100%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98858" y="5249304"/>
            <a:ext cx="2346882" cy="1203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85"/>
              </a:lnSpc>
              <a:spcBef>
                <a:spcPct val="0"/>
              </a:spcBef>
            </a:pPr>
            <a:r>
              <a:rPr lang="en-US" b="true" sz="9085" strike="noStrike" u="none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30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800895" y="309530"/>
            <a:ext cx="3198979" cy="1131570"/>
            <a:chOff x="0" y="0"/>
            <a:chExt cx="4265305" cy="15087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65305" cy="1508760"/>
            </a:xfrm>
            <a:custGeom>
              <a:avLst/>
              <a:gdLst/>
              <a:ahLst/>
              <a:cxnLst/>
              <a:rect r="r" b="b" t="t" l="l"/>
              <a:pathLst>
                <a:path h="1508760" w="4265305">
                  <a:moveTo>
                    <a:pt x="0" y="0"/>
                  </a:moveTo>
                  <a:lnTo>
                    <a:pt x="4265305" y="0"/>
                  </a:lnTo>
                  <a:lnTo>
                    <a:pt x="4265305" y="1508760"/>
                  </a:lnTo>
                  <a:lnTo>
                    <a:pt x="0" y="1508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7120" r="-403080" b="-22712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4265305" cy="1537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5400"/>
                </a:lnSpc>
                <a:spcBef>
                  <a:spcPct val="0"/>
                </a:spcBef>
              </a:pPr>
              <a:r>
                <a:rPr lang="en-US" b="true" sz="4500" strike="noStrike" u="none">
                  <a:solidFill>
                    <a:srgbClr val="010B4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 PROPOS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3" y="0"/>
            <a:ext cx="18288095" cy="10287000"/>
            <a:chOff x="0" y="0"/>
            <a:chExt cx="24384127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127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127">
                  <a:moveTo>
                    <a:pt x="0" y="0"/>
                  </a:moveTo>
                  <a:lnTo>
                    <a:pt x="24384127" y="0"/>
                  </a:lnTo>
                  <a:lnTo>
                    <a:pt x="24384127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86650" y="9523743"/>
            <a:ext cx="1719082" cy="466344"/>
            <a:chOff x="0" y="0"/>
            <a:chExt cx="2292109" cy="621792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92096" cy="621792"/>
            </a:xfrm>
            <a:custGeom>
              <a:avLst/>
              <a:gdLst/>
              <a:ahLst/>
              <a:cxnLst/>
              <a:rect r="r" b="b" t="t" l="l"/>
              <a:pathLst>
                <a:path h="621792" w="2292096">
                  <a:moveTo>
                    <a:pt x="0" y="0"/>
                  </a:moveTo>
                  <a:lnTo>
                    <a:pt x="2292096" y="0"/>
                  </a:lnTo>
                  <a:lnTo>
                    <a:pt x="2292096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10" r="0" b="-208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675708" y="7795203"/>
            <a:ext cx="191433" cy="342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07884" y="9457068"/>
            <a:ext cx="241034" cy="6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3"/>
              </a:lnSpc>
            </a:pPr>
            <a:r>
              <a:rPr lang="en-US" sz="3744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97280" y="544830"/>
            <a:ext cx="16093440" cy="1131570"/>
            <a:chOff x="0" y="0"/>
            <a:chExt cx="21457920" cy="1508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57920" cy="1508760"/>
            </a:xfrm>
            <a:custGeom>
              <a:avLst/>
              <a:gdLst/>
              <a:ahLst/>
              <a:cxnLst/>
              <a:rect r="r" b="b" t="t" l="l"/>
              <a:pathLst>
                <a:path h="15087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508760"/>
                  </a:lnTo>
                  <a:lnTo>
                    <a:pt x="0" y="1508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7120" r="0" b="-22712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457920" cy="1537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10B4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Titre de la diapositive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2574022"/>
            <a:ext cx="1591056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9"/>
              </a:lnSpc>
              <a:spcBef>
                <a:spcPct val="0"/>
              </a:spcBef>
            </a:pPr>
            <a:r>
              <a:rPr lang="en-US" b="true" sz="3599" strike="noStrike" u="none">
                <a:solidFill>
                  <a:srgbClr val="54545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Contenu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43" y="0"/>
            <a:ext cx="18288095" cy="10287000"/>
            <a:chOff x="0" y="0"/>
            <a:chExt cx="24384127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127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127">
                  <a:moveTo>
                    <a:pt x="0" y="0"/>
                  </a:moveTo>
                  <a:lnTo>
                    <a:pt x="24384127" y="0"/>
                  </a:lnTo>
                  <a:lnTo>
                    <a:pt x="24384127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9830" y="313909"/>
            <a:ext cx="3977659" cy="1088136"/>
            <a:chOff x="0" y="0"/>
            <a:chExt cx="5303545" cy="1450848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5303520" cy="1450848"/>
            </a:xfrm>
            <a:custGeom>
              <a:avLst/>
              <a:gdLst/>
              <a:ahLst/>
              <a:cxnLst/>
              <a:rect r="r" b="b" t="t" l="l"/>
              <a:pathLst>
                <a:path h="1450848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450848"/>
                  </a:lnTo>
                  <a:lnTo>
                    <a:pt x="0" y="1450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43" t="0" r="-443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27694" y="4368508"/>
            <a:ext cx="1284684" cy="26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Paris, France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27694" y="4999444"/>
            <a:ext cx="2694565" cy="26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Dubaï, Émirats Arabes Unis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27694" y="5630761"/>
            <a:ext cx="1332909" cy="26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Tunis, Tunisie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828800" y="1586467"/>
            <a:ext cx="14630400" cy="2571750"/>
            <a:chOff x="0" y="0"/>
            <a:chExt cx="19507200" cy="3429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3429000"/>
                  </a:lnTo>
                  <a:lnTo>
                    <a:pt x="0" y="3429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848" r="0" b="-6084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507200" cy="3467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9"/>
                </a:lnSpc>
              </a:pPr>
              <a:r>
                <a:rPr lang="en-US" b="true" sz="11999" spc="167">
                  <a:solidFill>
                    <a:srgbClr val="010B4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Merci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902220" y="3160502"/>
            <a:ext cx="14630400" cy="2571750"/>
            <a:chOff x="0" y="0"/>
            <a:chExt cx="19507200" cy="3429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3429000"/>
                  </a:lnTo>
                  <a:lnTo>
                    <a:pt x="0" y="3429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848" r="0" b="-6084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507200" cy="3467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spc="688">
                  <a:solidFill>
                    <a:srgbClr val="5CE6DA"/>
                  </a:solidFill>
                  <a:latin typeface="Arial"/>
                  <a:ea typeface="Arial"/>
                  <a:cs typeface="Arial"/>
                  <a:sym typeface="Arial"/>
                </a:rPr>
                <a:t>Pour plus de détails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703111" y="5309530"/>
            <a:ext cx="540824" cy="504448"/>
          </a:xfrm>
          <a:custGeom>
            <a:avLst/>
            <a:gdLst/>
            <a:ahLst/>
            <a:cxnLst/>
            <a:rect r="r" b="b" t="t" l="l"/>
            <a:pathLst>
              <a:path h="504448" w="540824">
                <a:moveTo>
                  <a:pt x="0" y="0"/>
                </a:moveTo>
                <a:lnTo>
                  <a:pt x="540824" y="0"/>
                </a:lnTo>
                <a:lnTo>
                  <a:pt x="540824" y="504449"/>
                </a:lnTo>
                <a:lnTo>
                  <a:pt x="0" y="5044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691" t="0" r="-20691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347072" y="6676326"/>
            <a:ext cx="1536697" cy="1536697"/>
          </a:xfrm>
          <a:custGeom>
            <a:avLst/>
            <a:gdLst/>
            <a:ahLst/>
            <a:cxnLst/>
            <a:rect r="r" b="b" t="t" l="l"/>
            <a:pathLst>
              <a:path h="1536697" w="1536697">
                <a:moveTo>
                  <a:pt x="0" y="0"/>
                </a:moveTo>
                <a:lnTo>
                  <a:pt x="1536697" y="0"/>
                </a:lnTo>
                <a:lnTo>
                  <a:pt x="1536697" y="1536696"/>
                </a:lnTo>
                <a:lnTo>
                  <a:pt x="0" y="15366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1322753" y="6555610"/>
            <a:ext cx="1371600" cy="1397889"/>
            <a:chOff x="0" y="0"/>
            <a:chExt cx="1828800" cy="18638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28800" cy="1863852"/>
            </a:xfrm>
            <a:custGeom>
              <a:avLst/>
              <a:gdLst/>
              <a:ahLst/>
              <a:cxnLst/>
              <a:rect r="r" b="b" t="t" l="l"/>
              <a:pathLst>
                <a:path h="1863852" w="1828800">
                  <a:moveTo>
                    <a:pt x="436753" y="0"/>
                  </a:moveTo>
                  <a:cubicBezTo>
                    <a:pt x="195580" y="0"/>
                    <a:pt x="0" y="195580"/>
                    <a:pt x="0" y="436753"/>
                  </a:cubicBezTo>
                  <a:lnTo>
                    <a:pt x="0" y="1427353"/>
                  </a:lnTo>
                  <a:cubicBezTo>
                    <a:pt x="0" y="1668526"/>
                    <a:pt x="195580" y="1863852"/>
                    <a:pt x="436753" y="1863852"/>
                  </a:cubicBezTo>
                  <a:lnTo>
                    <a:pt x="1392301" y="1863852"/>
                  </a:lnTo>
                  <a:cubicBezTo>
                    <a:pt x="1633474" y="1863852"/>
                    <a:pt x="1828800" y="1668399"/>
                    <a:pt x="1828800" y="1427353"/>
                  </a:cubicBezTo>
                  <a:lnTo>
                    <a:pt x="1828800" y="436753"/>
                  </a:lnTo>
                  <a:cubicBezTo>
                    <a:pt x="1828800" y="195580"/>
                    <a:pt x="1633347" y="0"/>
                    <a:pt x="1392301" y="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552437" y="6581899"/>
            <a:ext cx="1371600" cy="1371600"/>
            <a:chOff x="0" y="0"/>
            <a:chExt cx="1828800" cy="1828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5620739" y="6767110"/>
            <a:ext cx="1212066" cy="1186389"/>
          </a:xfrm>
          <a:custGeom>
            <a:avLst/>
            <a:gdLst/>
            <a:ahLst/>
            <a:cxnLst/>
            <a:rect r="r" b="b" t="t" l="l"/>
            <a:pathLst>
              <a:path h="1186389" w="1212066">
                <a:moveTo>
                  <a:pt x="0" y="0"/>
                </a:moveTo>
                <a:lnTo>
                  <a:pt x="1212066" y="0"/>
                </a:lnTo>
                <a:lnTo>
                  <a:pt x="1212066" y="1186389"/>
                </a:lnTo>
                <a:lnTo>
                  <a:pt x="0" y="11863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14481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322753" y="6679470"/>
            <a:ext cx="1274029" cy="1274029"/>
          </a:xfrm>
          <a:custGeom>
            <a:avLst/>
            <a:gdLst/>
            <a:ahLst/>
            <a:cxnLst/>
            <a:rect r="r" b="b" t="t" l="l"/>
            <a:pathLst>
              <a:path h="1274029" w="1274029">
                <a:moveTo>
                  <a:pt x="0" y="0"/>
                </a:moveTo>
                <a:lnTo>
                  <a:pt x="1274030" y="0"/>
                </a:lnTo>
                <a:lnTo>
                  <a:pt x="1274030" y="1274029"/>
                </a:lnTo>
                <a:lnTo>
                  <a:pt x="0" y="127402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482236" y="5332202"/>
            <a:ext cx="4192343" cy="554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4199" i="true">
                <a:solidFill>
                  <a:srgbClr val="6B7280"/>
                </a:solidFill>
                <a:latin typeface="TT Norms Italics"/>
                <a:ea typeface="TT Norms Italics"/>
                <a:cs typeface="TT Norms Italics"/>
                <a:sym typeface="TT Norms Italics"/>
              </a:rPr>
              <a:t>rh@olivesoft.fr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52437" y="7980674"/>
            <a:ext cx="1348671" cy="40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1"/>
              </a:lnSpc>
            </a:pPr>
            <a:r>
              <a:rPr lang="en-US" b="true" sz="2329" u="sng">
                <a:solidFill>
                  <a:srgbClr val="6B7280"/>
                </a:solidFill>
                <a:latin typeface="Arial Bold"/>
                <a:ea typeface="Arial Bold"/>
                <a:cs typeface="Arial Bold"/>
                <a:sym typeface="Arial Bold"/>
                <a:hlinkClick r:id="rId14" tooltip="https://www.linkedin.com/company/olivesoft/"/>
              </a:rPr>
              <a:t>OliveSoft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441085" y="7980674"/>
            <a:ext cx="1348671" cy="40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1"/>
              </a:lnSpc>
            </a:pPr>
            <a:r>
              <a:rPr lang="en-US" sz="2329" u="sng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  <a:hlinkClick r:id="rId15" tooltip="https://bit.ly/olivesoft"/>
              </a:rPr>
              <a:t>olivesoft.fr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345682" y="7980674"/>
            <a:ext cx="1348671" cy="40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1"/>
              </a:lnSpc>
            </a:pPr>
            <a:r>
              <a:rPr lang="en-US" sz="2329" u="sng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  <a:hlinkClick r:id="rId16" tooltip="https://www.facebook.com/share/1DSGUggeEr/"/>
              </a:rPr>
              <a:t>OliveSoft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DAHYeM7AXxY</dc:identifier>
  <dcterms:modified xsi:type="dcterms:W3CDTF">2011-08-01T06:04:30Z</dcterms:modified>
  <cp:revision>1</cp:revision>
  <dc:title>template 1</dc:title>
</cp:coreProperties>
</file>